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Plumber Integration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one: data pipelines work.</a:t>
            </a:r>
          </a:p>
          <a:p>
            <a:r>
              <a:t>Finding two: triggers fire correctly.</a:t>
            </a:r>
          </a:p>
          <a:p>
            <a:r>
              <a:t>Finding three: all formats supported.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